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38274"/>
  </p:normalViewPr>
  <p:slideViewPr>
    <p:cSldViewPr snapToGrid="0">
      <p:cViewPr varScale="1">
        <p:scale>
          <a:sx n="94" d="100"/>
          <a:sy n="94" d="100"/>
        </p:scale>
        <p:origin x="872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6DFB3B-5293-0248-BA83-D6CE6B40AC77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EA5B0E64-B73C-3D41-9FF8-DDBA9DC0A14C}">
      <dgm:prSet phldrT="[Text]"/>
      <dgm:spPr/>
      <dgm:t>
        <a:bodyPr/>
        <a:lstStyle/>
        <a:p>
          <a:r>
            <a:rPr lang="en-US" dirty="0"/>
            <a:t>Array “</a:t>
          </a:r>
          <a:r>
            <a:rPr lang="en-US" dirty="0" err="1"/>
            <a:t>birdStrings</a:t>
          </a:r>
          <a:r>
            <a:rPr lang="en-US" dirty="0"/>
            <a:t>”</a:t>
          </a:r>
        </a:p>
      </dgm:t>
    </dgm:pt>
    <dgm:pt modelId="{781A2ECE-E562-6542-9CF2-4EDE3C4FA68B}" type="parTrans" cxnId="{EAECC45A-FB06-1F44-B53E-E40F583FAF31}">
      <dgm:prSet/>
      <dgm:spPr/>
      <dgm:t>
        <a:bodyPr/>
        <a:lstStyle/>
        <a:p>
          <a:endParaRPr lang="en-US"/>
        </a:p>
      </dgm:t>
    </dgm:pt>
    <dgm:pt modelId="{1B271088-8226-294A-9C18-B3FD4CBC32FD}" type="sibTrans" cxnId="{EAECC45A-FB06-1F44-B53E-E40F583FAF31}">
      <dgm:prSet/>
      <dgm:spPr/>
      <dgm:t>
        <a:bodyPr/>
        <a:lstStyle/>
        <a:p>
          <a:endParaRPr lang="en-US"/>
        </a:p>
      </dgm:t>
    </dgm:pt>
    <dgm:pt modelId="{A58D513C-61B5-AE47-92DF-0B6607B585F5}">
      <dgm:prSet phldrT="[Text]"/>
      <dgm:spPr/>
      <dgm:t>
        <a:bodyPr/>
        <a:lstStyle/>
        <a:p>
          <a:r>
            <a:rPr lang="en-US" dirty="0" err="1"/>
            <a:t>Func</a:t>
          </a:r>
          <a:r>
            <a:rPr lang="en-US" dirty="0"/>
            <a:t> “</a:t>
          </a:r>
          <a:r>
            <a:rPr lang="en-US" dirty="0" err="1"/>
            <a:t>drawBird</a:t>
          </a:r>
          <a:r>
            <a:rPr lang="en-US" dirty="0"/>
            <a:t>”</a:t>
          </a:r>
        </a:p>
      </dgm:t>
    </dgm:pt>
    <dgm:pt modelId="{11D49BA9-3E16-E947-AC6B-7EABF45CE1AB}" type="parTrans" cxnId="{883A782E-1A2A-9A41-B4E4-8E27034E92E5}">
      <dgm:prSet/>
      <dgm:spPr/>
      <dgm:t>
        <a:bodyPr/>
        <a:lstStyle/>
        <a:p>
          <a:endParaRPr lang="en-US"/>
        </a:p>
      </dgm:t>
    </dgm:pt>
    <dgm:pt modelId="{81C5EAF8-71CC-6444-B750-7917426B5570}" type="sibTrans" cxnId="{883A782E-1A2A-9A41-B4E4-8E27034E92E5}">
      <dgm:prSet/>
      <dgm:spPr/>
      <dgm:t>
        <a:bodyPr/>
        <a:lstStyle/>
        <a:p>
          <a:endParaRPr lang="en-US"/>
        </a:p>
      </dgm:t>
    </dgm:pt>
    <dgm:pt modelId="{BDB4567D-C782-CF4F-855F-C6B2DCC1A3D4}">
      <dgm:prSet phldrT="[Text]"/>
      <dgm:spPr/>
      <dgm:t>
        <a:bodyPr/>
        <a:lstStyle/>
        <a:p>
          <a:r>
            <a:rPr lang="en-US" dirty="0"/>
            <a:t>Button</a:t>
          </a:r>
        </a:p>
      </dgm:t>
    </dgm:pt>
    <dgm:pt modelId="{1A9D81C4-35B7-ED4E-8092-D1EE28799AB9}" type="parTrans" cxnId="{4131767A-9BE6-534C-AD07-A6E4A7B045F7}">
      <dgm:prSet/>
      <dgm:spPr/>
      <dgm:t>
        <a:bodyPr/>
        <a:lstStyle/>
        <a:p>
          <a:endParaRPr lang="en-US"/>
        </a:p>
      </dgm:t>
    </dgm:pt>
    <dgm:pt modelId="{AD50E487-18F0-5440-BD77-E169BBE66591}" type="sibTrans" cxnId="{4131767A-9BE6-534C-AD07-A6E4A7B045F7}">
      <dgm:prSet/>
      <dgm:spPr/>
      <dgm:t>
        <a:bodyPr/>
        <a:lstStyle/>
        <a:p>
          <a:endParaRPr lang="en-US"/>
        </a:p>
      </dgm:t>
    </dgm:pt>
    <dgm:pt modelId="{4D67564B-F710-5C49-90F0-B0E97E848152}" type="pres">
      <dgm:prSet presAssocID="{5B6DFB3B-5293-0248-BA83-D6CE6B40AC77}" presName="Name0" presStyleCnt="0">
        <dgm:presLayoutVars>
          <dgm:dir/>
          <dgm:resizeHandles val="exact"/>
        </dgm:presLayoutVars>
      </dgm:prSet>
      <dgm:spPr/>
    </dgm:pt>
    <dgm:pt modelId="{A8272800-538A-F44C-A7F1-90DDF06709BB}" type="pres">
      <dgm:prSet presAssocID="{EA5B0E64-B73C-3D41-9FF8-DDBA9DC0A14C}" presName="node" presStyleLbl="node1" presStyleIdx="0" presStyleCnt="3">
        <dgm:presLayoutVars>
          <dgm:bulletEnabled val="1"/>
        </dgm:presLayoutVars>
      </dgm:prSet>
      <dgm:spPr/>
    </dgm:pt>
    <dgm:pt modelId="{72297D7D-3715-6B43-9B99-BEA65058B764}" type="pres">
      <dgm:prSet presAssocID="{1B271088-8226-294A-9C18-B3FD4CBC32FD}" presName="sibTrans" presStyleLbl="sibTrans2D1" presStyleIdx="0" presStyleCnt="2" custAng="10800000"/>
      <dgm:spPr/>
    </dgm:pt>
    <dgm:pt modelId="{F7410A8D-C9D8-8242-9012-80B9751D95A3}" type="pres">
      <dgm:prSet presAssocID="{1B271088-8226-294A-9C18-B3FD4CBC32FD}" presName="connectorText" presStyleLbl="sibTrans2D1" presStyleIdx="0" presStyleCnt="2"/>
      <dgm:spPr/>
    </dgm:pt>
    <dgm:pt modelId="{F12E005A-56CB-AF49-8644-731963915AB5}" type="pres">
      <dgm:prSet presAssocID="{A58D513C-61B5-AE47-92DF-0B6607B585F5}" presName="node" presStyleLbl="node1" presStyleIdx="1" presStyleCnt="3">
        <dgm:presLayoutVars>
          <dgm:bulletEnabled val="1"/>
        </dgm:presLayoutVars>
      </dgm:prSet>
      <dgm:spPr/>
    </dgm:pt>
    <dgm:pt modelId="{8691A3D8-15A0-174C-86BD-72477F92FEAF}" type="pres">
      <dgm:prSet presAssocID="{81C5EAF8-71CC-6444-B750-7917426B5570}" presName="sibTrans" presStyleLbl="sibTrans2D1" presStyleIdx="1" presStyleCnt="2" custAng="10800000"/>
      <dgm:spPr/>
    </dgm:pt>
    <dgm:pt modelId="{940A60B6-7905-E74D-BD75-84CD475D2310}" type="pres">
      <dgm:prSet presAssocID="{81C5EAF8-71CC-6444-B750-7917426B5570}" presName="connectorText" presStyleLbl="sibTrans2D1" presStyleIdx="1" presStyleCnt="2"/>
      <dgm:spPr/>
    </dgm:pt>
    <dgm:pt modelId="{CD924CA5-2CB1-784E-BFC3-011FE31F0C05}" type="pres">
      <dgm:prSet presAssocID="{BDB4567D-C782-CF4F-855F-C6B2DCC1A3D4}" presName="node" presStyleLbl="node1" presStyleIdx="2" presStyleCnt="3">
        <dgm:presLayoutVars>
          <dgm:bulletEnabled val="1"/>
        </dgm:presLayoutVars>
      </dgm:prSet>
      <dgm:spPr/>
    </dgm:pt>
  </dgm:ptLst>
  <dgm:cxnLst>
    <dgm:cxn modelId="{903FEC0B-8142-FF4A-9FDA-E90BE3553CB4}" type="presOf" srcId="{81C5EAF8-71CC-6444-B750-7917426B5570}" destId="{940A60B6-7905-E74D-BD75-84CD475D2310}" srcOrd="1" destOrd="0" presId="urn:microsoft.com/office/officeart/2005/8/layout/process1"/>
    <dgm:cxn modelId="{6F63B82D-7809-E340-BCD0-AD42A4CA9B37}" type="presOf" srcId="{81C5EAF8-71CC-6444-B750-7917426B5570}" destId="{8691A3D8-15A0-174C-86BD-72477F92FEAF}" srcOrd="0" destOrd="0" presId="urn:microsoft.com/office/officeart/2005/8/layout/process1"/>
    <dgm:cxn modelId="{883A782E-1A2A-9A41-B4E4-8E27034E92E5}" srcId="{5B6DFB3B-5293-0248-BA83-D6CE6B40AC77}" destId="{A58D513C-61B5-AE47-92DF-0B6607B585F5}" srcOrd="1" destOrd="0" parTransId="{11D49BA9-3E16-E947-AC6B-7EABF45CE1AB}" sibTransId="{81C5EAF8-71CC-6444-B750-7917426B5570}"/>
    <dgm:cxn modelId="{A9F4F339-BB78-8144-89F1-56475C7CA8E4}" type="presOf" srcId="{5B6DFB3B-5293-0248-BA83-D6CE6B40AC77}" destId="{4D67564B-F710-5C49-90F0-B0E97E848152}" srcOrd="0" destOrd="0" presId="urn:microsoft.com/office/officeart/2005/8/layout/process1"/>
    <dgm:cxn modelId="{2339C554-91AF-E246-B29A-967B0B15FA51}" type="presOf" srcId="{EA5B0E64-B73C-3D41-9FF8-DDBA9DC0A14C}" destId="{A8272800-538A-F44C-A7F1-90DDF06709BB}" srcOrd="0" destOrd="0" presId="urn:microsoft.com/office/officeart/2005/8/layout/process1"/>
    <dgm:cxn modelId="{EAECC45A-FB06-1F44-B53E-E40F583FAF31}" srcId="{5B6DFB3B-5293-0248-BA83-D6CE6B40AC77}" destId="{EA5B0E64-B73C-3D41-9FF8-DDBA9DC0A14C}" srcOrd="0" destOrd="0" parTransId="{781A2ECE-E562-6542-9CF2-4EDE3C4FA68B}" sibTransId="{1B271088-8226-294A-9C18-B3FD4CBC32FD}"/>
    <dgm:cxn modelId="{8D3E7968-D15B-1342-B23C-1561DF5E55FA}" type="presOf" srcId="{1B271088-8226-294A-9C18-B3FD4CBC32FD}" destId="{72297D7D-3715-6B43-9B99-BEA65058B764}" srcOrd="0" destOrd="0" presId="urn:microsoft.com/office/officeart/2005/8/layout/process1"/>
    <dgm:cxn modelId="{04150F6F-894F-FB41-8F5A-D1DF90A4380F}" type="presOf" srcId="{A58D513C-61B5-AE47-92DF-0B6607B585F5}" destId="{F12E005A-56CB-AF49-8644-731963915AB5}" srcOrd="0" destOrd="0" presId="urn:microsoft.com/office/officeart/2005/8/layout/process1"/>
    <dgm:cxn modelId="{4131767A-9BE6-534C-AD07-A6E4A7B045F7}" srcId="{5B6DFB3B-5293-0248-BA83-D6CE6B40AC77}" destId="{BDB4567D-C782-CF4F-855F-C6B2DCC1A3D4}" srcOrd="2" destOrd="0" parTransId="{1A9D81C4-35B7-ED4E-8092-D1EE28799AB9}" sibTransId="{AD50E487-18F0-5440-BD77-E169BBE66591}"/>
    <dgm:cxn modelId="{DB073493-B0E4-0A47-8046-307AA696A38B}" type="presOf" srcId="{1B271088-8226-294A-9C18-B3FD4CBC32FD}" destId="{F7410A8D-C9D8-8242-9012-80B9751D95A3}" srcOrd="1" destOrd="0" presId="urn:microsoft.com/office/officeart/2005/8/layout/process1"/>
    <dgm:cxn modelId="{80285293-FF32-1045-A46F-786A3C789585}" type="presOf" srcId="{BDB4567D-C782-CF4F-855F-C6B2DCC1A3D4}" destId="{CD924CA5-2CB1-784E-BFC3-011FE31F0C05}" srcOrd="0" destOrd="0" presId="urn:microsoft.com/office/officeart/2005/8/layout/process1"/>
    <dgm:cxn modelId="{31C618D3-51DD-6E40-A244-93503D3C023F}" type="presParOf" srcId="{4D67564B-F710-5C49-90F0-B0E97E848152}" destId="{A8272800-538A-F44C-A7F1-90DDF06709BB}" srcOrd="0" destOrd="0" presId="urn:microsoft.com/office/officeart/2005/8/layout/process1"/>
    <dgm:cxn modelId="{AE3A71CA-BC3A-E14F-B15F-DADCC5468207}" type="presParOf" srcId="{4D67564B-F710-5C49-90F0-B0E97E848152}" destId="{72297D7D-3715-6B43-9B99-BEA65058B764}" srcOrd="1" destOrd="0" presId="urn:microsoft.com/office/officeart/2005/8/layout/process1"/>
    <dgm:cxn modelId="{CEF56E45-661A-0B4C-A1DF-79CC6AC56483}" type="presParOf" srcId="{72297D7D-3715-6B43-9B99-BEA65058B764}" destId="{F7410A8D-C9D8-8242-9012-80B9751D95A3}" srcOrd="0" destOrd="0" presId="urn:microsoft.com/office/officeart/2005/8/layout/process1"/>
    <dgm:cxn modelId="{A1B0A841-ABEC-6B4E-B01D-093A89AC0E1D}" type="presParOf" srcId="{4D67564B-F710-5C49-90F0-B0E97E848152}" destId="{F12E005A-56CB-AF49-8644-731963915AB5}" srcOrd="2" destOrd="0" presId="urn:microsoft.com/office/officeart/2005/8/layout/process1"/>
    <dgm:cxn modelId="{17550349-7316-D84D-AE9E-E35CCB4DB4D5}" type="presParOf" srcId="{4D67564B-F710-5C49-90F0-B0E97E848152}" destId="{8691A3D8-15A0-174C-86BD-72477F92FEAF}" srcOrd="3" destOrd="0" presId="urn:microsoft.com/office/officeart/2005/8/layout/process1"/>
    <dgm:cxn modelId="{4EE16FA5-BAA3-014E-8416-D79B52335DEC}" type="presParOf" srcId="{8691A3D8-15A0-174C-86BD-72477F92FEAF}" destId="{940A60B6-7905-E74D-BD75-84CD475D2310}" srcOrd="0" destOrd="0" presId="urn:microsoft.com/office/officeart/2005/8/layout/process1"/>
    <dgm:cxn modelId="{77B7B0AA-99C3-6E47-81B7-C121464B5C48}" type="presParOf" srcId="{4D67564B-F710-5C49-90F0-B0E97E848152}" destId="{CD924CA5-2CB1-784E-BFC3-011FE31F0C0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72800-538A-F44C-A7F1-90DDF06709BB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Array “</a:t>
          </a:r>
          <a:r>
            <a:rPr lang="en-US" sz="2800" kern="1200" dirty="0" err="1"/>
            <a:t>birdStrings</a:t>
          </a:r>
          <a:r>
            <a:rPr lang="en-US" sz="2800" kern="1200" dirty="0"/>
            <a:t>”</a:t>
          </a:r>
        </a:p>
      </dsp:txBody>
      <dsp:txXfrm>
        <a:off x="44665" y="2106299"/>
        <a:ext cx="2060143" cy="1206068"/>
      </dsp:txXfrm>
    </dsp:sp>
    <dsp:sp modelId="{72297D7D-3715-6B43-9B99-BEA65058B764}">
      <dsp:nvSpPr>
        <dsp:cNvPr id="0" name=""/>
        <dsp:cNvSpPr/>
      </dsp:nvSpPr>
      <dsp:spPr>
        <a:xfrm rot="10800000"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491648" y="2550475"/>
        <a:ext cx="316861" cy="317716"/>
      </dsp:txXfrm>
    </dsp:sp>
    <dsp:sp modelId="{F12E005A-56CB-AF49-8644-731963915AB5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Func</a:t>
          </a:r>
          <a:r>
            <a:rPr lang="en-US" sz="2800" kern="1200" dirty="0"/>
            <a:t> “</a:t>
          </a:r>
          <a:r>
            <a:rPr lang="en-US" sz="2800" kern="1200" dirty="0" err="1"/>
            <a:t>drawBird</a:t>
          </a:r>
          <a:r>
            <a:rPr lang="en-US" sz="2800" kern="1200" dirty="0"/>
            <a:t>”</a:t>
          </a:r>
        </a:p>
      </dsp:txBody>
      <dsp:txXfrm>
        <a:off x="3033928" y="2106299"/>
        <a:ext cx="2060143" cy="1206068"/>
      </dsp:txXfrm>
    </dsp:sp>
    <dsp:sp modelId="{8691A3D8-15A0-174C-86BD-72477F92FEAF}">
      <dsp:nvSpPr>
        <dsp:cNvPr id="0" name=""/>
        <dsp:cNvSpPr/>
      </dsp:nvSpPr>
      <dsp:spPr>
        <a:xfrm rot="10800000"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80910" y="2550475"/>
        <a:ext cx="316861" cy="317716"/>
      </dsp:txXfrm>
    </dsp:sp>
    <dsp:sp modelId="{CD924CA5-2CB1-784E-BFC3-011FE31F0C05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Button</a:t>
          </a:r>
        </a:p>
      </dsp:txBody>
      <dsp:txXfrm>
        <a:off x="6023190" y="2106299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0D8A3-C079-9842-A0E2-9EE788FD1D8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F7353-8B88-474E-9856-2A95764A1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0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have window up on screen everyone can see, have 2</a:t>
            </a:r>
            <a:r>
              <a:rPr lang="en-US" baseline="30000" dirty="0"/>
              <a:t>nd</a:t>
            </a:r>
            <a:r>
              <a:rPr lang="en-US" dirty="0"/>
              <a:t> window down here to type on lmao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89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yellow file, will pull up supercollider. Have them try and get it running, let them play with it for a bit if they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90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audience thoughts on my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21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r>
              <a:rPr lang="en-US" dirty="0"/>
              <a:t>Technically, it’s very simple. There’s just parentheses around everything, so you just have to put it on the server and then play it</a:t>
            </a:r>
          </a:p>
          <a:p>
            <a:r>
              <a:rPr lang="en-US" dirty="0"/>
              <a:t>Pretty accessible to someone who doesn’t know a lot: </a:t>
            </a:r>
          </a:p>
          <a:p>
            <a:r>
              <a:rPr lang="en-US" dirty="0"/>
              <a:t>don’t have to go trawling through all the </a:t>
            </a:r>
            <a:r>
              <a:rPr lang="en-US" dirty="0" err="1"/>
              <a:t>synthdefs</a:t>
            </a:r>
            <a:r>
              <a:rPr lang="en-US" dirty="0"/>
              <a:t> to make sure each one gets put on the server, </a:t>
            </a:r>
          </a:p>
          <a:p>
            <a:r>
              <a:rPr lang="en-US" dirty="0"/>
              <a:t>don’t have to make sure you’re playing each thing at the right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Cons:</a:t>
            </a:r>
          </a:p>
          <a:p>
            <a:r>
              <a:rPr lang="en-US" dirty="0"/>
              <a:t>It’s confusing to have the UI show up when it isn’t actually ready to play yet — you have to </a:t>
            </a:r>
            <a:r>
              <a:rPr lang="en-US" dirty="0" err="1"/>
              <a:t>cmd</a:t>
            </a:r>
            <a:r>
              <a:rPr lang="en-US" dirty="0"/>
              <a:t>-enter 2x to get it to work</a:t>
            </a:r>
          </a:p>
          <a:p>
            <a:r>
              <a:rPr lang="en-US" dirty="0"/>
              <a:t>They had their own personal reverb in there, which I had to replace with a supercollider </a:t>
            </a:r>
            <a:r>
              <a:rPr lang="en-US" dirty="0" err="1"/>
              <a:t>ugen</a:t>
            </a:r>
            <a:r>
              <a:rPr lang="en-US" dirty="0"/>
              <a:t> (</a:t>
            </a:r>
            <a:r>
              <a:rPr lang="en-US" dirty="0" err="1"/>
              <a:t>freeverb</a:t>
            </a:r>
            <a:r>
              <a:rPr lang="en-US" dirty="0"/>
              <a:t>), which was a little confusing. But they’re very up-front about that on their </a:t>
            </a:r>
            <a:r>
              <a:rPr lang="en-US" dirty="0" err="1"/>
              <a:t>github</a:t>
            </a:r>
            <a:r>
              <a:rPr lang="en-US" dirty="0"/>
              <a:t> 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32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going to focus mostly on the UI </a:t>
            </a:r>
            <a:r>
              <a:rPr lang="en-US" dirty="0" err="1"/>
              <a:t>bc</a:t>
            </a:r>
            <a:r>
              <a:rPr lang="en-US" dirty="0"/>
              <a:t> that’s why I chose this project over the other ones I looked at. We haven’t really talked about that in class, plus it makes it WAY more accessible to someone like me who doesn’t have a lot of experience in supercollider, and I think it’s more fun to show my friends and people who really don’t know anything about tech.</a:t>
            </a:r>
          </a:p>
          <a:p>
            <a:r>
              <a:rPr lang="en-US" dirty="0"/>
              <a:t>The look of the UI here is great — super simple, super old-school. The bird especially works for me</a:t>
            </a:r>
          </a:p>
          <a:p>
            <a:r>
              <a:rPr lang="en-US" dirty="0"/>
              <a:t>Like imagine what it would look like with anything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42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14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71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18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98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 err="1"/>
              <a:t>sc</a:t>
            </a:r>
            <a:r>
              <a:rPr lang="en-US" dirty="0"/>
              <a:t> doc again on main screen, look at notes on mine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Well-organized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Audio at top, UI at bottom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Very linear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Ex. buttons call functions below them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Easy to read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Images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(go down to images)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Return to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79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is called by function which is called by button</a:t>
            </a:r>
          </a:p>
          <a:p>
            <a:r>
              <a:rPr lang="en-US" dirty="0"/>
              <a:t>One exception — the auto button, which calls separate function “rout” that repeatedly calls </a:t>
            </a:r>
            <a:r>
              <a:rPr lang="en-US" dirty="0" err="1"/>
              <a:t>drawbird</a:t>
            </a:r>
            <a:r>
              <a:rPr lang="en-US" dirty="0"/>
              <a:t> in a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F7353-8B88-474E-9856-2A95764A15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0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52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2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04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0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9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7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4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8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8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36AD716-3EED-A945-A6E4-ADEDF63809A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23D181D-6B91-7F44-93DD-8B4A401278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68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zoefischthal/Documents/GitHub/sc/Presentation/birb.sc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zoefischthal/Documents/GitHub/sc/Presentation/birb.sc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4836-5E02-2B78-2017-0DA9C888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8969" y="2386744"/>
            <a:ext cx="5928358" cy="1645920"/>
          </a:xfrm>
          <a:solidFill>
            <a:srgbClr val="F5F5F5"/>
          </a:solidFill>
        </p:spPr>
        <p:txBody>
          <a:bodyPr>
            <a:normAutofit/>
          </a:bodyPr>
          <a:lstStyle/>
          <a:p>
            <a:r>
              <a:rPr lang="en-US" dirty="0" err="1"/>
              <a:t>Birb</a:t>
            </a:r>
            <a:endParaRPr lang="en-US" dirty="0"/>
          </a:p>
        </p:txBody>
      </p:sp>
      <p:pic>
        <p:nvPicPr>
          <p:cNvPr id="5" name="Picture 4" descr="A bird with a black line&#10;&#10;Description automatically generated with medium confidence">
            <a:extLst>
              <a:ext uri="{FF2B5EF4-FFF2-40B4-BE49-F238E27FC236}">
                <a16:creationId xmlns:a16="http://schemas.microsoft.com/office/drawing/2014/main" id="{B728ADCF-D921-1E44-14E1-917270919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4" r="976"/>
          <a:stretch>
            <a:fillRect/>
          </a:stretch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7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E40C-3C8E-C7B0-476F-220741CA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 Volunteer</a:t>
            </a:r>
          </a:p>
        </p:txBody>
      </p:sp>
      <p:sp>
        <p:nvSpPr>
          <p:cNvPr id="4" name="Action Button: Document 3">
            <a:hlinkClick r:id="rId3" highlightClick="1"/>
            <a:extLst>
              <a:ext uri="{FF2B5EF4-FFF2-40B4-BE49-F238E27FC236}">
                <a16:creationId xmlns:a16="http://schemas.microsoft.com/office/drawing/2014/main" id="{FA6ECA27-54C6-04EB-2147-ADB1768C4DB3}"/>
              </a:ext>
            </a:extLst>
          </p:cNvPr>
          <p:cNvSpPr/>
          <p:nvPr/>
        </p:nvSpPr>
        <p:spPr>
          <a:xfrm>
            <a:off x="4572000" y="2870522"/>
            <a:ext cx="3183038" cy="2314936"/>
          </a:xfrm>
          <a:prstGeom prst="actionButton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07DD1-DCFE-4281-2392-B1D0D1EEC89D}"/>
              </a:ext>
            </a:extLst>
          </p:cNvPr>
          <p:cNvSpPr txBox="1"/>
          <p:nvPr/>
        </p:nvSpPr>
        <p:spPr>
          <a:xfrm>
            <a:off x="-445770" y="3063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1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C636-EF1B-4C59-7AF6-1BBE9E28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that 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ABAD-06A7-B34D-056B-C59A66936C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r>
              <a:rPr lang="en-US" dirty="0"/>
              <a:t>UI intuitive</a:t>
            </a:r>
          </a:p>
          <a:p>
            <a:r>
              <a:rPr lang="en-US" dirty="0"/>
              <a:t>Sounds cool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2E30B-48D4-C89F-9144-813B280227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CONS:</a:t>
            </a:r>
          </a:p>
          <a:p>
            <a:r>
              <a:rPr lang="en-US" dirty="0"/>
              <a:t>Implementation sucked</a:t>
            </a:r>
          </a:p>
          <a:p>
            <a:r>
              <a:rPr lang="en-US" dirty="0"/>
              <a:t>Not interactive enough</a:t>
            </a:r>
          </a:p>
          <a:p>
            <a:r>
              <a:rPr lang="en-US" dirty="0"/>
              <a:t>Could use more parameters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8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C636-EF1B-4C59-7AF6-1BBE9E28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</a:t>
            </a:r>
            <a:r>
              <a:rPr lang="en-US" dirty="0" err="1"/>
              <a:t>THoughts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ABAD-06A7-B34D-056B-C59A66936C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sz="2400" dirty="0"/>
              <a:t>PROS:</a:t>
            </a:r>
          </a:p>
          <a:p>
            <a:pPr lvl="1">
              <a:buClr>
                <a:schemeClr val="accent1"/>
              </a:buClr>
            </a:pPr>
            <a:r>
              <a:rPr lang="en-US" sz="2400" dirty="0"/>
              <a:t>Simple</a:t>
            </a:r>
          </a:p>
          <a:p>
            <a:pPr lvl="1">
              <a:buClr>
                <a:schemeClr val="accent1"/>
              </a:buClr>
            </a:pPr>
            <a:r>
              <a:rPr lang="en-US" sz="2400" dirty="0"/>
              <a:t>Accessible</a:t>
            </a:r>
          </a:p>
          <a:p>
            <a:pPr lvl="1">
              <a:buClr>
                <a:schemeClr val="accent1"/>
              </a:buClr>
            </a:pPr>
            <a:r>
              <a:rPr lang="en-US" sz="2400" dirty="0"/>
              <a:t>UI</a:t>
            </a:r>
          </a:p>
          <a:p>
            <a:pPr lvl="1">
              <a:buClr>
                <a:schemeClr val="accent1"/>
              </a:buClr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2E30B-48D4-C89F-9144-813B280227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sz="2400" dirty="0"/>
              <a:t>CONS:</a:t>
            </a:r>
          </a:p>
          <a:p>
            <a:pPr lvl="1">
              <a:buClr>
                <a:schemeClr val="accent1"/>
              </a:buClr>
            </a:pPr>
            <a:r>
              <a:rPr lang="en-US" sz="2400" dirty="0"/>
              <a:t>Confusion/error</a:t>
            </a:r>
          </a:p>
          <a:p>
            <a:pPr lvl="1">
              <a:buClr>
                <a:schemeClr val="accent1"/>
              </a:buClr>
            </a:pPr>
            <a:r>
              <a:rPr lang="en-US" sz="2400" dirty="0"/>
              <a:t>Reverb</a:t>
            </a:r>
          </a:p>
          <a:p>
            <a:pPr lvl="1">
              <a:buClr>
                <a:schemeClr val="accent1"/>
              </a:buClr>
            </a:pPr>
            <a:r>
              <a:rPr lang="en-US" sz="2400" dirty="0"/>
              <a:t>Clarity</a:t>
            </a:r>
          </a:p>
          <a:p>
            <a:pPr lvl="1">
              <a:buClr>
                <a:schemeClr val="accent1"/>
              </a:buClr>
            </a:pPr>
            <a:r>
              <a:rPr lang="en-US" sz="2400" dirty="0"/>
              <a:t>Window resize</a:t>
            </a:r>
          </a:p>
        </p:txBody>
      </p:sp>
    </p:spTree>
    <p:extLst>
      <p:ext uri="{BB962C8B-B14F-4D97-AF65-F5344CB8AC3E}">
        <p14:creationId xmlns:p14="http://schemas.microsoft.com/office/powerpoint/2010/main" val="77985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 tmFilter="0,0; .5, 1; 1, 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 tmFilter="0,0; .5, 1; 1, 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 tmFilter="0,0; .5, 1; 1, 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 tmFilter="0,0; .5, 1; 1, 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42A5-3C01-9031-A011-00EAA563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50B36-4557-8399-B15E-A0AD406E9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Screen Recording 2026-03-11 at 5.43.59 PM.mov">
            <a:hlinkClick r:id="" action="ppaction://media"/>
            <a:extLst>
              <a:ext uri="{FF2B5EF4-FFF2-40B4-BE49-F238E27FC236}">
                <a16:creationId xmlns:a16="http://schemas.microsoft.com/office/drawing/2014/main" id="{E5597F45-EC60-EA2D-6A11-A77F2144D2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45618" r="-1"/>
          <a:stretch/>
        </p:blipFill>
        <p:spPr>
          <a:xfrm>
            <a:off x="7010400" y="-50532"/>
            <a:ext cx="5181600" cy="685800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E7A4BAF4-091F-AA3C-676B-F8035A8DEC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772" y="3549918"/>
            <a:ext cx="29845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6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6A9AE5-69DF-4153-B35A-94BDEF32E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B5318-27A8-4E50-80D9-B92D4F28E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5248656"/>
          </a:xfrm>
          <a:prstGeom prst="rect">
            <a:avLst/>
          </a:prstGeom>
          <a:solidFill>
            <a:schemeClr val="bg1"/>
          </a:solidFill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ird with a yellow tail&#10;&#10;Description automatically generated with medium confidence">
            <a:extLst>
              <a:ext uri="{FF2B5EF4-FFF2-40B4-BE49-F238E27FC236}">
                <a16:creationId xmlns:a16="http://schemas.microsoft.com/office/drawing/2014/main" id="{7E775CE2-F94C-15F9-1121-50F713B91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593" y="1124712"/>
            <a:ext cx="6336792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05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6A9AE5-69DF-4153-B35A-94BDEF32E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B5318-27A8-4E50-80D9-B92D4F28E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5248656"/>
          </a:xfrm>
          <a:prstGeom prst="rect">
            <a:avLst/>
          </a:prstGeom>
          <a:solidFill>
            <a:schemeClr val="bg1"/>
          </a:solidFill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artoon&#10;&#10;Description automatically generated">
            <a:extLst>
              <a:ext uri="{FF2B5EF4-FFF2-40B4-BE49-F238E27FC236}">
                <a16:creationId xmlns:a16="http://schemas.microsoft.com/office/drawing/2014/main" id="{BA038A92-14E9-D10F-885B-729298300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615" y="1124712"/>
            <a:ext cx="6336792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9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6A9AE5-69DF-4153-B35A-94BDEF32E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B5318-27A8-4E50-80D9-B92D4F28E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5248656"/>
          </a:xfrm>
          <a:prstGeom prst="rect">
            <a:avLst/>
          </a:prstGeom>
          <a:solidFill>
            <a:schemeClr val="bg1"/>
          </a:solidFill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15AC21C-0DB0-AC30-E21B-68A030094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593" y="1124712"/>
            <a:ext cx="6336792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8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6A9AE5-69DF-4153-B35A-94BDEF32E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B5318-27A8-4E50-80D9-B92D4F28E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5248656"/>
          </a:xfrm>
          <a:prstGeom prst="rect">
            <a:avLst/>
          </a:prstGeom>
          <a:solidFill>
            <a:schemeClr val="bg1"/>
          </a:solidFill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517A3CB-0D46-E4E4-4390-D50FA9820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593" y="1124712"/>
            <a:ext cx="6334813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2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3B13-C000-D940-9A09-CB21C54DD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FA258-53AA-7484-872D-060B94BE4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Document 3">
            <a:hlinkClick r:id="rId3" highlightClick="1"/>
            <a:extLst>
              <a:ext uri="{FF2B5EF4-FFF2-40B4-BE49-F238E27FC236}">
                <a16:creationId xmlns:a16="http://schemas.microsoft.com/office/drawing/2014/main" id="{E6BBC617-DE3D-4B90-EE92-37152BCA2F4A}"/>
              </a:ext>
            </a:extLst>
          </p:cNvPr>
          <p:cNvSpPr/>
          <p:nvPr/>
        </p:nvSpPr>
        <p:spPr>
          <a:xfrm>
            <a:off x="4504481" y="4352544"/>
            <a:ext cx="3183038" cy="2314936"/>
          </a:xfrm>
          <a:prstGeom prst="actionButton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1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495F3C-D7F1-0D9C-C096-1C03332CFA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51215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2983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E123-621E-8E02-255E-A9CAA34C41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51E0C-981E-A41A-A51A-D235891ADF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161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{617AE600-EC47-AA4D-A9C5-0A37AC3A1F1B}tf10001120</Template>
  <TotalTime>111</TotalTime>
  <Words>436</Words>
  <Application>Microsoft Macintosh PowerPoint</Application>
  <PresentationFormat>Widescreen</PresentationFormat>
  <Paragraphs>65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Gill Sans MT</vt:lpstr>
      <vt:lpstr>Parcel</vt:lpstr>
      <vt:lpstr>Birb</vt:lpstr>
      <vt:lpstr>Audience Volunteer</vt:lpstr>
      <vt:lpstr>How did that go?</vt:lpstr>
      <vt:lpstr>My THoughts</vt:lpstr>
      <vt:lpstr>The UI</vt:lpstr>
      <vt:lpstr>PowerPoint Presentation</vt:lpstr>
      <vt:lpstr>PowerPoint Presentation</vt:lpstr>
      <vt:lpstr>PowerPoint Presentation</vt:lpstr>
      <vt:lpstr>PowerPoint Presentation</vt:lpstr>
      <vt:lpstr>How?</vt:lpstr>
      <vt:lpstr>PowerPoint Presentation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Zoe Fischthal</dc:creator>
  <cp:lastModifiedBy>Zoe Fischthal</cp:lastModifiedBy>
  <cp:revision>64</cp:revision>
  <dcterms:created xsi:type="dcterms:W3CDTF">2026-03-11T21:06:59Z</dcterms:created>
  <dcterms:modified xsi:type="dcterms:W3CDTF">2026-03-12T14:50:27Z</dcterms:modified>
</cp:coreProperties>
</file>